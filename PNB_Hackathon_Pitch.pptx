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🛡️ PNB Quantum-Proof Cryptographic Scanner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Quantum-Ready Cybersecurity for Future-Safe Banking</a:t>
            </a:r>
          </a:p>
          <a:p>
            <a:r>
              <a:t>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Threat Landscape: HNDL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Harvest Now, Decrypt Later (HNDL): Adversaries are stealing encrypted data today.</a:t>
            </a:r>
          </a:p>
          <a:p>
            <a:pPr/>
            <a:r>
              <a:t>Shor's Algorithm on CRQCs (Cryptanalytically Relevant Quantum Computers) will break RSA and ECC.</a:t>
            </a:r>
          </a:p>
          <a:p>
            <a:pPr/>
            <a:r>
              <a:t>Current encryption protects data now, but not against future quantum attacks.</a:t>
            </a:r>
          </a:p>
          <a:p>
            <a:pPr/>
            <a:r>
              <a:t>The Bank's Challenge: Complete cryptographic visibility is needed IMMEDIATELY to plan migration.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full-stack software scanner for automated validation of quantum-proof ciphers.</a:t>
            </a:r>
          </a:p>
          <a:p>
            <a:pPr/>
            <a:r>
              <a:t>Discovers crypto inventory (TLS certs, VPNs, APIs) across public-facing assets.</a:t>
            </a:r>
          </a:p>
          <a:p>
            <a:pPr/>
            <a:r>
              <a:t>Generates standard Cryptographic Bill of Materials (CBOM) via CycloneDX v1.6.</a:t>
            </a:r>
          </a:p>
          <a:p>
            <a:pPr/>
            <a:r>
              <a:t>Actionable Dashboard: Real-time risk visualization, scoring, and regulatory compliance mapping.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HNDL Risk Timelines: Calculates EXACTLY when banking data will be broken vs. its shelf life (e.g., 2030 projections).</a:t>
            </a:r>
          </a:p>
          <a:p>
            <a:pPr/>
            <a:r>
              <a:t>Regulatory Alignment: Checks compliance specifically against RBI IT Framework and CERT-In guidelines.</a:t>
            </a:r>
          </a:p>
          <a:p>
            <a:pPr/>
            <a:r>
              <a:t>At-Scale Scanning: Concurrent execution supports bulk CSV scanning of thousands of endpoints.</a:t>
            </a:r>
          </a:p>
          <a:p>
            <a:pPr/>
            <a:r>
              <a:t>Automated Remediation: Provides targeted NIST FIPS algorithm migration pathways.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Product in Action (Dashboard)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[PLACEHOLDER: Insert Screenshot of Dashboard Here]</a:t>
            </a:r>
          </a:p>
          <a:p>
            <a:pPr/>
            <a:r>
              <a:t>Features Quantum Readiness distribution Pie Charts.</a:t>
            </a:r>
          </a:p>
          <a:p>
            <a:pPr/>
            <a:r>
              <a:t>Aggregated stats and score trends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 Inventory &amp; CBOM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[PLACEHOLDER: Insert Screenshot of Assets/CBOM Here]</a:t>
            </a:r>
          </a:p>
          <a:p>
            <a:pPr/>
            <a:r>
              <a:t>Deep TLS 1.0–1.3 probing via sslyze to extract certs, key exchange, and ciphers.</a:t>
            </a:r>
          </a:p>
          <a:p>
            <a:pPr/>
            <a:r>
              <a:t>Outputs JSON CycloneDX v1.6 Software Bill of Materials.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Algorithmic Classification &amp;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Classifies every primitive using NIST Post-Quantum standards:</a:t>
            </a:r>
          </a:p>
          <a:p>
            <a:pPr lvl="1"/>
            <a:r>
              <a:t>  - FIPS 203: ML-KEM (Kyber) for Key Encapsulation Mechanism.</a:t>
            </a:r>
          </a:p>
          <a:p>
            <a:pPr lvl="1"/>
            <a:r>
              <a:t>  - FIPS 204: ML-DSA (Dilithium) for Digital Signatures.</a:t>
            </a:r>
          </a:p>
          <a:p>
            <a:pPr lvl="1"/>
            <a:r>
              <a:t>  - FIPS 205: SLH-DSA (SPHINCS+) for Hash-based Signatures.</a:t>
            </a:r>
          </a:p>
          <a:p>
            <a:pPr/>
            <a:r>
              <a:t>Accurately flags classical RSA/ECC as Vulnerable, and ML-KEM as PQC Ready.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Scoring Engine (0-100)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Key Exchange Algorithm (35%): Rewards hybrid or pure PQC kex.</a:t>
            </a:r>
          </a:p>
          <a:p>
            <a:pPr/>
            <a:r>
              <a:t>Signature Algorithm (25%): Rewards NIST PQC signatures.</a:t>
            </a:r>
          </a:p>
          <a:p>
            <a:pPr/>
            <a:r>
              <a:t>TLS Version (25%): Rewards TLS 1.3, penalizes deprecated legacy 1.0/1.1.</a:t>
            </a:r>
          </a:p>
          <a:p>
            <a:pPr/>
            <a:r>
              <a:t>Symmetric Cipher Strength (15%): Rewards AES-256 to mitigate Grover's Algorithm.</a:t>
            </a:r>
          </a:p>
          <a:p>
            <a:pPr/>
            <a:r>
              <a:t>Asset Categorization: PQC Ready, Quantum-Safe, At Risk, Critical.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Engineering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Backend: Python 3.12, FastAPI, SQLAlchemy, cryptography, sslyze.</a:t>
            </a:r>
          </a:p>
          <a:p>
            <a:pPr/>
            <a:r>
              <a:t>Frontend: React 19, Vite 7, TailwindCSS 4, Recharts for dynamic visuals.</a:t>
            </a:r>
          </a:p>
          <a:p>
            <a:pPr/>
            <a:r>
              <a:t>Database: SQLite (Zero-config, portable design optimal for scanning utilities).</a:t>
            </a:r>
          </a:p>
          <a:p>
            <a:pPr/>
            <a:r>
              <a:t>Reliability: 45 PyTest unit tests guaranteeing mathematical correctness of the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Intranet Deployment: Expand to scan internal/private PNB network assets and Active Directory.</a:t>
            </a:r>
          </a:p>
          <a:p>
            <a:pPr/>
            <a:r>
              <a:t>CI/CD Pipeline Integration: Block non-PQC code from entering production repositories.</a:t>
            </a:r>
          </a:p>
          <a:p>
            <a:pPr/>
            <a:r>
              <a:t>Automated Mitigation: Direct deployment of PQC patches and certificate auto-renewal.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Any questions?</a:t>
            </a:r>
          </a:p>
          <a:p>
            <a:pPr/>
            <a:r>
              <a:t>Contact our team for a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